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機械の耳は疲れず全方位を常時監視でき、可聴域の外の信号も扱える</a:t>
            </a:r>
            <a:br/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→「耳の代わり」にとどまらない支援まで狙える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危険な接近だけを3段階で通知する（提示は首元振動を将来構想）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物理を自分で持てば1つずつ外せる＝ablationができる土俵になる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同じモデル・同じ通知閾値</a:t>
            </a:r>
            <a:r>
              <a:rPr sz="1350">
                <a:solidFill>
                  <a:srgbClr val="3A4658"/>
                </a:solidFill>
                <a:latin typeface="Meiryo"/>
                <a:ea typeface="メイリオ"/>
              </a:rPr>
              <a:t>で比較（正解は実録注釈の粒度・計65本）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遠方サイレンの初検知 中央208m（開発評価）— 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採点系の検証：採点スクリプトは単体テストと独立実装の突き合わせで検証済み。通知ルールの同一物体連続性（±60°連結）もこの過程で追加された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