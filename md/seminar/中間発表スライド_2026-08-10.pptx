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3175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機械の耳は人間の耳の限界（可聴域・可聴距離）に縛られない
→「耳の代わり」を超えて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人の耳を超える支援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36000" y="1727200"/>
            <a:ext cx="508000" cy="1117600"/>
          </a:xfrm>
          <a:prstGeom prst="line">
            <a:avLst/>
          </a:prstGeom>
          <a:ln w="3175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13600" y="14986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サイレン（前方も対象）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音の種類・方向・距離を推定し、危険度3段階（至近警告／注意／抑制）を首元の振動で伝える。行動の判断は本人に委ねる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視覚は健常と仮定。検出・通知は全方位——絞るのは方向でなく「視覚で代替できる情報」。前方でも音でしか得られない情報（サイレン・踏切警報・EV）は対象。第1対象は難聴者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ctr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このシステムができること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危険音の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種類・方向・距離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を同時に推定し、安全な車は鳴らさず、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危険な接近だけを3段階の振動で伝える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。音源仕様は日本の法規・省令・実測研究に根拠を持たせている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62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16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442200" y="21590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3622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7000" y="25654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4400" y="27686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</a:t>
            </a: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を屋外で扱った研究は存在しない。分業型（分類CNN＋信号処理DOA）は複数音源の同時発生で対応付けが壊れる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同一経路から同時に出力（FOA）。ラベル誤差ゼロの「教科書」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なぜ合成か：① 屋外の方向つきデータが他に存在しない　② 物理を自分で持てば1つずつ外せる＝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ablationができる土俵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通知層（3役割）—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推定距離≤1.5mが2フレーム連続（同一物体の方位連続性つき）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知覚層が「何が・どこから・どれだけ近くに」を推定し、通知層が「いつ・どの強さで」伝えるかを決める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 err="1">
                <a:solidFill>
                  <a:srgbClr val="16233A"/>
                </a:solidFill>
                <a:latin typeface="Meiryo"/>
                <a:ea typeface="メイリオ"/>
              </a:rPr>
              <a:t>検証</a:t>
            </a:r>
            <a:r>
              <a:rPr sz="2700" b="1" dirty="0">
                <a:solidFill>
                  <a:srgbClr val="16233A"/>
                </a:solidFill>
                <a:latin typeface="Meiryo"/>
                <a:ea typeface="メイリオ"/>
              </a:rPr>
              <a:t> — 8クラスの検出・方向・距離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446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評価データ：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学習に未使用の1,800クリップ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（合成・種類/方向/距離の正解つき）で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76400"/>
          <a:ext cx="7874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クラス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検出率（可聴フレーム）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方向誤差（中央値）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サイレン（救急・パト・消防）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99.5%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クラクション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バック音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5.1°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自転車ベル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4.1°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車（EV・大型含む）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踏切・列車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100.0%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3.5°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キックボード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2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バイク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890000" y="1676400"/>
            <a:ext cx="2616200" cy="370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距離推定（車）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至近（≤5m）の
中央絶対誤差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16233A"/>
                </a:solidFill>
                <a:latin typeface="Meiryo"/>
                <a:ea typeface="メイリオ"/>
              </a:rPr>
              <a:t>0.21m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静音EVだけの場面でも検出率 99.0%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可聴フレーム＝背景騒音に対してSNR≥0dBの区間。検出率はその全フレームに対する割合、方向誤差は全検出の中央値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 err="1">
                <a:solidFill>
                  <a:srgbClr val="16233A"/>
                </a:solidFill>
                <a:latin typeface="Meiryo"/>
                <a:ea typeface="メイリオ"/>
              </a:rPr>
              <a:t>検証</a:t>
            </a:r>
            <a:r>
              <a:rPr sz="2700" b="1" dirty="0">
                <a:solidFill>
                  <a:srgbClr val="16233A"/>
                </a:solidFill>
                <a:latin typeface="Meiryo"/>
                <a:ea typeface="メイリオ"/>
              </a:rPr>
              <a:t> — </a:t>
            </a:r>
            <a:r>
              <a:rPr sz="2700" b="1" dirty="0" err="1">
                <a:solidFill>
                  <a:srgbClr val="16233A"/>
                </a:solidFill>
                <a:latin typeface="Meiryo"/>
                <a:ea typeface="メイリオ"/>
              </a:rPr>
              <a:t>人の耳より先に気づけるか</a:t>
            </a:r>
            <a:endParaRPr sz="2700" b="1" dirty="0">
              <a:solidFill>
                <a:srgbClr val="16233A"/>
              </a:solidFill>
              <a:latin typeface="Meiryo"/>
              <a:ea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サイレン初検知距離（100〜300mの遠方配置・未検知ゼロ）—「人が気づく前から機械の耳は聞いている」を距離で定量化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通知層（車</a:t>
            </a:r>
            <a:r>
              <a:rPr sz="1400" b="1" dirty="0">
                <a:solidFill>
                  <a:srgbClr val="16233A"/>
                </a:solidFill>
                <a:latin typeface="Meiryo"/>
                <a:ea typeface="メイリオ"/>
              </a:rPr>
              <a:t>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1.5m以内まで近づく車に至近警告が出た割合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3.2mより遠い車を鳴らさなかった割合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安全な車への誤った至近警告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</a:t>
            </a: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への至近警告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（静穏環境で10m先まで検出）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各版を同一の評価セット＋実環境録音の共通土俵で採点</a:t>
            </a: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 → 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落ちた分＝その物理の大事さ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位置づけ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「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合成データのどの物理が実環境性能に必要か」という問いに、切り分け実験で直接答える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車（速度×横距離を散らす）・EV・キックボード・踏切＋列車。台本どおり幾何を合成シナリオに揃える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サイレン・クラクション・バック音。遭遇したら他を中断して最優先記録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0414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機会捕捉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静穏・繁華街・風。誤警告率／時の実世界試験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機材：4ch FOAマイク（Zoom H3-VR・レンタル）・96kHz・風防。テイク前に方位校正音＋騒音計LAeqを記録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合成と同一の採点系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で比較（計65本）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4224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実環境は未検証（9月に測定）。合成の空間手がかりは理想的過ぎる可能性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2098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総合SELDスコアは事前基準に僅差未達（0.087 vs 0.085。個別性能は全達成）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73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9972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至近警告の到達は約7割。未達の主因は距離推定が2フレーム連続で1.5mに届かないケース（失敗例は全数分類済み・安全な車への誤帰属はほぼ無し）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7846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48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5720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通知の同一物体判定は方位連結による近似（完全なトラッキングは将来課題）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限界も「どのケースが・何台・なぜ」まで個票レベルで分解できているのが現在の状態。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学習に未使用の評価データで性能を確認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（事前設定の目標5項目中4項目を達成）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に出し分け —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至近警告到達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安全車の抑制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キックボード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「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聞こえる前」を定量化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—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サイレン初検知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3000" b="1" dirty="0">
                <a:solidFill>
                  <a:srgbClr val="16233A"/>
                </a:solidFill>
                <a:latin typeface="Meiryo"/>
                <a:ea typeface="メイリオ"/>
              </a:rPr>
              <a:t>208m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・40kHz超音波検出も初実装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次：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実環境録音での評価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物理要素の切り分け実験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で「どの物理が必要か」に答える</a:t>
            </a:r>
            <a:endParaRPr sz="16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[1] J. Hu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PSELDNets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[2] L. 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Barbisan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DynamicSound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7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確定評価と外部監査の仕組み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開発値と確定値の乖離は全指標±2pt以内 ＝ 過学習ではなく汎化している直接証拠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AI外部監査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：別のAI（監査役）による敵対的レビュー。不合格指摘 → 全対応 → 再検証3巡 → 完全合格。指摘には通知ルールの欠陥発見（同一物体の連続性）も含まれ、ルール改訂の契機になった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失敗ケースは個票監査で全数分類（至近警告に届かなかった重大車153台の内訳まで記録）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1512</Words>
  <Application>Microsoft Office PowerPoint</Application>
  <PresentationFormat>ワイド画面</PresentationFormat>
  <Paragraphs>347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Meiryo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鋭 松本</cp:lastModifiedBy>
  <cp:revision>2</cp:revision>
  <dcterms:created xsi:type="dcterms:W3CDTF">2013-01-27T09:14:16Z</dcterms:created>
  <dcterms:modified xsi:type="dcterms:W3CDTF">2026-08-11T16:28:49Z</dcterms:modified>
  <cp:category/>
</cp:coreProperties>
</file>