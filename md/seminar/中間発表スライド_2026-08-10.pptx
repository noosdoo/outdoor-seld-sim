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3175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機械の耳は疲れず全方位を常時監視でき、可聴域の外の信号も扱える</a:t>
            </a:r>
            <a:br/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→「耳の代わり」にとどまらない支援まで狙える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音の種類・方向・距離を推定し、危険度3段階（至近警告／注意／抑制）を将来的には首元の振動で伝える構成を想定。行動の判断は本人に委ねる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危険な接近だけを3段階の振動で伝える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061200" y="21590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4000" y="23622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5654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9600" y="27686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同一経路から同時に出力（FOA）。生成誤差ゼロの教師ラベル（シミュレータ内部基準・実世界とのモデル化誤差は残る）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なぜ合成か：① 屋外・歩行者視点・距離つきの学習データが調査した範囲で存在しない　② 物理を自分で持てば1つずつ外せる＝ablationができる土俵になる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通知層（規則v3.4）—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  <a:endParaRPr sz="27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通知層（車</a:t>
            </a:r>
            <a:r>
              <a:rPr sz="1400" b="1" dirty="0">
                <a:solidFill>
                  <a:srgbClr val="16233A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（仮定受信機・設計音圧の合成試験で10m・実機は9月確認）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</a:t>
            </a: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落ちた分＝その物理の大事さ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合成データのどの物理が実環境性能に必要か」という問いに、切り分け実験で直接答える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総合SELDスコア（学習時指標）は事前基準に僅差未達（0.087 vs 0.085。確定評価の個別性能は全達成）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に出し分け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至近警告到達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安全車の抑制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遠方サイレンの初検知 中央208m（開発評価）— 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  <a:endParaRPr sz="16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[1] J. Hu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PSELDNets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[2] L. 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Barbisan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DynamicSound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採点系の検証：採点スクリプトは単体テストと独立実装の突き合わせで検証済み。通知ルールの同一物体連続性（±60°連結）もこの過程で追加された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失敗ケースは個票監査で全数分類（至近警告に届かなかった重大車153台の内訳まで記録）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1512</Words>
  <Application>Microsoft Office PowerPoint</Application>
  <PresentationFormat>ワイド画面</PresentationFormat>
  <Paragraphs>347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2026-08-11T16:28:49Z</dcterms:modified>
  <cp:category/>
</cp:coreProperties>
</file>