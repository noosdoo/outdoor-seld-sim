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dirty="0" err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  <a:endParaRPr sz="40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dirty="0" err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  <a:endParaRPr sz="40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dirty="0" err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  <a:endParaRPr sz="4000" b="1" dirty="0">
              <a:solidFill>
                <a:srgbClr val="16233A"/>
              </a:solidFill>
              <a:latin typeface="Meiryo"/>
              <a:ea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 dirty="0" err="1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 dirty="0" err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 dirty="0" err="1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  <a:endParaRPr sz="1500" b="0" dirty="0">
              <a:solidFill>
                <a:srgbClr val="3A4658"/>
              </a:solidFill>
              <a:latin typeface="Meiryo"/>
              <a:ea typeface="メイリオ"/>
            </a:endParaRP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 dirty="0" err="1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  <a:endParaRPr sz="1500" b="0" dirty="0">
              <a:solidFill>
                <a:srgbClr val="3A4658"/>
              </a:solidFill>
              <a:latin typeface="Meiryo"/>
              <a:ea typeface="メイリオ"/>
            </a:endParaRP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dirty="0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 dirty="0" err="1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  <a:endParaRPr sz="1300" b="0" dirty="0">
              <a:solidFill>
                <a:srgbClr val="66707F"/>
              </a:solidFill>
              <a:latin typeface="Meiryo"/>
              <a:ea typeface="メイリオ"/>
            </a:endParaRP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500" b="0" dirty="0" err="1">
                <a:solidFill>
                  <a:srgbClr val="3A4658"/>
                </a:solidFill>
                <a:latin typeface="Meiryo"/>
                <a:ea typeface="メイリオ"/>
              </a:rPr>
              <a:t>機械の耳は人間の耳の限界（可聴域・可聴距離）に縛られない</a:t>
            </a:r>
            <a:r>
              <a:rPr sz="1500" b="0" dirty="0">
                <a:solidFill>
                  <a:srgbClr val="3A4658"/>
                </a:solidFill>
                <a:latin typeface="Meiryo"/>
                <a:ea typeface="メイリオ"/>
              </a:rPr>
              <a:t>
→「</a:t>
            </a:r>
            <a:r>
              <a:rPr sz="1500" b="0" dirty="0" err="1">
                <a:solidFill>
                  <a:srgbClr val="3A4658"/>
                </a:solidFill>
                <a:latin typeface="Meiryo"/>
                <a:ea typeface="メイリオ"/>
              </a:rPr>
              <a:t>耳の代わり」を超えて</a:t>
            </a:r>
            <a:r>
              <a:rPr sz="1500" b="1" dirty="0" err="1">
                <a:solidFill>
                  <a:srgbClr val="B37E00"/>
                </a:solidFill>
                <a:latin typeface="Meiryo"/>
                <a:ea typeface="メイリオ"/>
              </a:rPr>
              <a:t>人の耳を超える支援</a:t>
            </a:r>
            <a:r>
              <a:rPr sz="1500" b="0" dirty="0" err="1">
                <a:solidFill>
                  <a:srgbClr val="3A4658"/>
                </a:solidFill>
                <a:latin typeface="Meiryo"/>
                <a:ea typeface="メイリオ"/>
              </a:rPr>
              <a:t>まで狙える</a:t>
            </a:r>
            <a:endParaRPr sz="15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音の種類・方向・距離を推定し、危険度3段階（至近警告／注意／抑制）を首元の振動で伝える。行動の判断は本人に委ねる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視覚は健常と仮定。前方視野内の対象はスコープ外。第1対象は難聴者（イヤホン歩行者・高齢者へ拡張可能）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8/4からの拡張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クラス：6 → 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8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（キックボード・バイク・列車を追加）　／　推定量：種類＋方向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＋距離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　／　音源仕様：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62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16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42200" y="21590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3622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7000" y="25654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4400" y="27686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</a:t>
            </a: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を屋外で扱った研究は存在しない。分業型（分類CNN＋信号処理DOA）は複数音源の同時発生で対応付けが壊れる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同一経路から同時に出力（FOA）。ラベル誤差ゼロの「教科書」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PSELDNetsをファインチューニング。学習10,200＋確定評価1,800クリップ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なぜ合成か：① 屋外の方向つきデータが他に存在しない　② 物理を自分で持てば1つずつ外せる＝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ablationができる土俵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通知層（3役割）—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推定距離≤1.5mが2フレーム連続（同一物体の方位連続性つき）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8/4時点は危険度を区別できなかった → 距離推定の統合で3段階が機能（今回の最大の進捗）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 — 確定評価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事前固定した未使用セットでの一発評価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700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作法：合格基準を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先に宣言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 → 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未使用の評価セット1,800本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を新規生成 → 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推論・採点。AI外部監査（敵対的レビュー3巡）で</a:t>
            </a: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完全合格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905000"/>
          <a:ext cx="10820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ゲート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事前宣言した基準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確定値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判定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G1 基本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車 ≥99%・方向 ≤3.0°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 ／ 2.0°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G2 静音EV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単独EV ≥95%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99.0%（前世代80.2%から+19pt）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G3 新クラス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バイク≥90／踏切列車≥99／キック≥60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 ／ 100.0 ／ 97.3%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G4 距離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至近中央 ≤0.30m・重大判定 ≥68%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0.21m ／ 69.0%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G5 総合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≤0.085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0.087（学習時指標）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C4432B"/>
                          </a:solidFill>
                          <a:latin typeface="Meiryo"/>
                          <a:ea typeface="メイリオ"/>
                        </a:rPr>
                        <a:t>未達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8クラス可聴検出率 97.2〜100%。未達も隠さず記載するのが本研究の検証の作法。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 — 聞こえる前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人の耳より先に気づけるか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サイレン初検知距離（100〜300m遠方配置・未検知ゼロ・確定評価）—「人が気づく前から機械の耳は聞いている」を距離で定量化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通知層（確定評価）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重大車への至近警告到達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安全車の抑制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・誤警告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至近警告到達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の検出系を初実装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（静穏環境で10m先まで検出）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各版を全物理の確定評価セット＋実録60本の共通土俵で採点 → 落ちた分＝その物理の大事さ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準備状況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学習レシピ・採点系・評価セットは確定済み（計画第5版）。9月に実録と同じ土俵で実施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機材：4ch FOAマイク（Zoom H3-VR）・96kHz・風防。テイク前に方位校正音＋騒音計LAeqを記録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合成と同一の採点系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総合SELDスコアは事前基準に僅差未達（0.087 vs 0.085。個別性能は全達成）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至近警告の到達は約7割。未達の主因は距離推定が2フレーム連続で1.5mに届かないケース（個票監査で全数分類済み・安全車への誤帰属はほぼ無し）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事前固定の未使用セットで確定評価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（ゲート4/5達成・AI外部監査 完全合格）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に出し分け — 至近警告到達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・安全車の抑制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・キックボード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「聞こえる前」を定量化 — サイレン初検知 </a:t>
            </a:r>
            <a:r>
              <a:rPr sz="3000" b="1">
                <a:solidFill>
                  <a:srgbClr val="16233A"/>
                </a:solidFill>
                <a:latin typeface="Meiryo"/>
                <a:ea typeface="メイリオ"/>
              </a:rPr>
              <a:t>208m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・40kHz超音波検出も初実装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9月の実録評価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（測定方法確定済み）と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物理ablation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[1] J. Hu et al., "PSELDNets: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[2] L. Barbisan et al., "DynamicSound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7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確定評価と外部監査の仕組み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開発値と確定値の乖離は全指標±2pt以内 ＝ 過学習ではなく汎化している直接証拠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AI外部監査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：別のAI（監査役）による敵対的レビュー。不合格指摘 → 全対応 → 再検証3巡 → 完全合格。指摘には通知ルールの欠陥発見（同一物体の連続性）も含まれ、ルール改訂の契機になった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失敗ケースは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個票監査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1519</Words>
  <Application>Microsoft Office PowerPoint</Application>
  <PresentationFormat>ワイド画面</PresentationFormat>
  <Paragraphs>338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鋭 松本</cp:lastModifiedBy>
  <cp:revision>2</cp:revision>
  <dcterms:created xsi:type="dcterms:W3CDTF">2013-01-27T09:14:16Z</dcterms:created>
  <dcterms:modified xsi:type="dcterms:W3CDTF">2026-08-10T15:33:50Z</dcterms:modified>
  <cp:category/>
</cp:coreProperties>
</file>