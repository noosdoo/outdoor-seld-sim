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機械の耳は疲れず全方位を常時監視でき、可聴域の外の信号も扱える
→「耳の代わり」に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とどまらない支援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危険な接近だけを3段階で通知する（提示は首元振動を将来構想）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VALIDATION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検証の前に — データセットと評価手順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25600"/>
          <a:ext cx="1082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4724400"/>
                <a:gridCol w="419100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区分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中身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本研究での役割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事前学習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1,167時間・170クラス（PSELDNets付属）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出発点の基盤モデル（既存を利用）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学習（微調整）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本研究の合成10,200クリップ（8クラス・約28時間）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距離ヘッド込みで全体をファインチューニング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検証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学習と同一方式の別クリップ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モデル選択・通知閾値の決定（発表数値には不使用）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評価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同一設計・新乱数の1,800クリップ（学習・検証に未使用）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最終結果の測定 — 1回だけ採点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7000"/>
            <a:ext cx="10820400" cy="6858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基準を先に決める → 未使用データを新たに生成 → 1回だけ評価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　＝ 答案を見てから基準を変えられない手順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2286000"/>
                <a:gridCol w="2032000"/>
              </a:tblGrid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「合成データのどの物理が実環境性能に必要か」という問いに、切り分け実験で直接答える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走行車20・弱点20（EV/発進/自転車/見通し不良）・キックボード20。速度×横距離×左右を散らし、幾何を合成シナリオに揃える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踏切8＋バック音の統制4＋機会枠8。サイレン・クラクションは遭遇したら他を中断して最優先記録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1811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固定・機会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静穏・繁華街・雨上がり・風 計20本＋連続録音100分。誤警告率／時の実世界試験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同じモデル・同じ通知閾値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で比較（正解は実録注釈の粒度・計100本＋静止/歩行対比20本＝計画値）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47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3716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実環境は未検証。9月に120本（統制100＋静止/歩行対比20）で測るが、測れるのは「胸部装着・実環境での通知性能」まで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84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至近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1082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車の至近帯（≤1.5m）は安全上そもそも再現できない — 至近警告の実環境確認は自転車・キックボードでの部分検証にとどまる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21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8448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0.085）。実録では0.1秒刻みの正解位置が無いため実測SELDスコアは出さない（通知評価と幾何近似の誤差のみ）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657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5814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94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3180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3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3200" y="5054600"/>
            <a:ext cx="1003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2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限界は「どのケースが・何台・なぜ」まで個票で分解済み。測れないものは測れないと先に宣言してから9月の収録に入る。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（すべて合成データでの評価）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遠方サイレンの初検知 中央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（開発評価）・40kHz検出系も実装（合成試験）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次：9月の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実環境120本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を全ablation版の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共通試験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にして、「どの物理が必要か」と「実環境でどれだけ落ちるか」を同じ土俵で測る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採点系の検証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