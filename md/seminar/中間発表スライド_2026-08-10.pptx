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3175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機械の耳は疲れず全方位を常時監視でき、可聴域の外の信号も扱える</a:t>
            </a:r>
            <a:br/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→「耳の代わり」にとどまらない支援まで狙える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ctr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危険な接近だけを3段階の振動で伝える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762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16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なぜ合成か：① 屋外・歩行者視点・距離つきの学習データが他に存在しない　② 物理を自分で持てば1つずつ外せる＝ablationができる土俵になる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 err="1">
                <a:solidFill>
                  <a:srgbClr val="16233A"/>
                </a:solidFill>
                <a:latin typeface="Meiryo"/>
                <a:ea typeface="メイリオ"/>
              </a:rPr>
              <a:t>検証</a:t>
            </a:r>
            <a:r>
              <a:rPr sz="2700" b="1" dirty="0">
                <a:solidFill>
                  <a:srgbClr val="16233A"/>
                </a:solidFill>
                <a:latin typeface="Meiryo"/>
                <a:ea typeface="メイリオ"/>
              </a:rPr>
              <a:t>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044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2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  <a:endParaRPr sz="2700" b="1" dirty="0">
              <a:solidFill>
                <a:srgbClr val="16233A"/>
              </a:solidFill>
              <a:latin typeface="Meiryo"/>
              <a:ea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通知層（車</a:t>
            </a:r>
            <a:r>
              <a:rPr sz="1400" b="1" dirty="0">
                <a:solidFill>
                  <a:srgbClr val="16233A"/>
                </a:solidFill>
                <a:latin typeface="Meiryo"/>
                <a:ea typeface="メイリオ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（合成の成立性試験で10m・実機は9月確認）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</a:t>
            </a: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 → 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落ちた分＝その物理の大事さ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01600" rtlCol="0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  <a:endParaRPr sz="1400" b="1" dirty="0">
              <a:solidFill>
                <a:srgbClr val="16233A"/>
              </a:solidFill>
              <a:latin typeface="Meiryo"/>
              <a:ea typeface="メイリオ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3A4658"/>
                </a:solidFill>
                <a:latin typeface="Meiryo"/>
                <a:ea typeface="メイリオ"/>
              </a:rPr>
              <a:t>「</a:t>
            </a:r>
            <a:r>
              <a:rPr sz="1300" b="0" dirty="0" err="1">
                <a:solidFill>
                  <a:srgbClr val="3A4658"/>
                </a:solidFill>
                <a:latin typeface="Meiryo"/>
                <a:ea typeface="メイリオ"/>
              </a:rPr>
              <a:t>合成データのどの物理が実環境性能に必要か」という問いに、切り分け実験で直接答える</a:t>
            </a:r>
            <a:endParaRPr sz="13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431800" rtlCol="0" anchor="ctr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tlCol="0" anchor="ctr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総合SELDスコア（学習時指標）は事前基準に僅差未達（0.087 vs 0.085。確定評価の個別性能は全達成）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に出し分け —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至近警告到達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安全車の抑制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・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  <a:r>
              <a:rPr sz="1600" b="0" dirty="0">
                <a:solidFill>
                  <a:srgbClr val="3A4658"/>
                </a:solidFill>
                <a:latin typeface="Meiryo"/>
                <a:ea typeface="メイリオ"/>
              </a:rPr>
              <a:t> </a:t>
            </a:r>
            <a:r>
              <a:rPr sz="1700" b="1" dirty="0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遠方サイレンの初検知 中央208m（開発評価）— 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 dirty="0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 dirty="0" err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 dirty="0" err="1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  <a:endParaRPr sz="1600" b="0" dirty="0">
              <a:solidFill>
                <a:srgbClr val="3A4658"/>
              </a:solidFill>
              <a:latin typeface="Meiryo"/>
              <a:ea typeface="メイリオ"/>
            </a:endParaRP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[1] J. Hu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PSELDNets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[2] L. 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Barbisan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et al., "</a:t>
            </a:r>
            <a:r>
              <a:rPr sz="1250" b="0" dirty="0" err="1">
                <a:solidFill>
                  <a:srgbClr val="3A4658"/>
                </a:solidFill>
                <a:latin typeface="Meiryo"/>
                <a:ea typeface="メイリオ"/>
              </a:rPr>
              <a:t>DynamicSound</a:t>
            </a: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dirty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66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7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採点系の検証：採点スクリプトは単体テストと独立実装の突き合わせで検証済み。通知ルールの同一物体連続性（±60°連結）もこの過程で追加された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失敗ケースは個票監査で全数分類（至近警告に届かなかった重大車153台の内訳まで記録）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12700" rIns="25400" bIns="127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1512</Words>
  <Application>Microsoft Office PowerPoint</Application>
  <PresentationFormat>ワイド画面</PresentationFormat>
  <Paragraphs>347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鋭 松本</cp:lastModifiedBy>
  <cp:revision>2</cp:revision>
  <dcterms:created xsi:type="dcterms:W3CDTF">2013-01-27T09:14:16Z</dcterms:created>
  <dcterms:modified xsi:type="dcterms:W3CDTF">2026-08-11T16:28:49Z</dcterms:modified>
  <cp:category/>
</cp:coreProperties>
</file>