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3175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機械の耳は疲れず全方位を常時監視でき、可聴域の外の信号も扱える</a:t>
            </a:r>
            <a:br/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→「耳の代わり」にとどまらない支援まで狙える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危険な接近だけを3段階の振動で伝える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なぜ合成か：① 屋外・歩行者視点・距離つきの学習データが他に存在しない　② 物理を自分で持てば1つずつ外せる＝ablationができる土俵になる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  <a:endParaRPr sz="27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通知層（車</a:t>
            </a:r>
            <a:r>
              <a:rPr sz="1400" b="1" dirty="0">
                <a:solidFill>
                  <a:srgbClr val="16233A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（合成の成立性試験で10m・実機は9月確認）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</a:t>
            </a: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落ちた分＝その物理の大事さ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合成データのどの物理が実環境性能に必要か」という問いに、切り分け実験で直接答える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総合SELDスコア（学習時指標）は事前基準に僅差未達（0.087 vs 0.085。確定評価の個別性能は全達成）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に出し分け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至近警告到達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安全車の抑制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遠方サイレンの初検知 中央208m（開発評価）— 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  <a:endParaRPr sz="16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[1] J. Hu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PSELDNets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[2] L. 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Barbisan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DynamicSound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確定評価と外部監査の仕組み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AI外部監査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：別のAI（監査役）による敵対的レビュー。不合格指摘 → 全対応 → 再検証3巡 → 完全合格。指摘には通知ルールの欠陥発見（同一物体の連続性）も含まれ、ルール改訂の契機になった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失敗ケースは個票監査で全数分類（至近警告に届かなかった重大車153台の内訳まで記録）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1512</Words>
  <Application>Microsoft Office PowerPoint</Application>
  <PresentationFormat>ワイド画面</PresentationFormat>
  <Paragraphs>347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2026-08-11T16:28:49Z</dcterms:modified>
  <cp:category/>
</cp:coreProperties>
</file>