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付録：実録の測定方法 — 1テイクの流れ（全テイク共通の骨格）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① 儀式 90秒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録音開始→手拍子1回（時刻同期）→騒音計LAeqを読み上げ1分（絶対較正）→ベル4方位×1打（方位校正）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3191256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5576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5576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② 本番（無言）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立って待つだけ。録りっぱなしで1通過＝1テイク。統制試行は台本どおり協力者が走行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6153912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28231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1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③ 直後 30秒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小声スレート「試行3終了・車1台・右から・徐行・横2m」→そのまま注釈CSVの1行に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9116567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0888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90888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0615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④ 現場QC 5分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イヤホンで確認：4ch入っているか・音割れないか・校正音が録れたか →OKなら次の地点へ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11185855" cy="21488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434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撮れ高 計65本（レンタル1週間・実働2日＋注釈半日）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20本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走行車の統制録音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速度3段×横2〜15mを散らす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62656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72384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20本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2384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弱点検証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EV5・発進5・自転車5・見通し不良の角5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8071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799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10本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799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負例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静穏・繁華街・雨上がり・風（誤警告率）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3215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10本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3215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固定・機会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踏切4＋サイレンは遭遇最優先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18904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5本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8632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統制走行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付録：実録の正解ラベル — 合成との役割分担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5486400" cy="603504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eiryo"/>
                <a:ea typeface="メイリオ"/>
              </a:rPr>
              <a:t>合成データ ＝ 精密な定規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3A4658"/>
                </a:solidFill>
                <a:latin typeface="Meiryo"/>
                <a:ea typeface="メイリオ"/>
              </a:rPr>
              <a:t>正解はシミュレーションが自動生成（誤差ゼロ）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・0.1秒ごとの（クラス・方位・仰角・距離）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・方向誤差 中央2.0°、至近距離誤差 0.21m の精密検証はこちらの役割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・学習もすべて合成（1万200クリップ）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440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143000"/>
            <a:ext cx="5440680" cy="603504"/>
          </a:xfrm>
          <a:prstGeom prst="roundRect">
            <a:avLst>
              <a:gd name="adj" fmla="val 12000"/>
            </a:avLst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eiryo"/>
                <a:ea typeface="メイリオ"/>
              </a:rPr>
              <a:t>実録 ＝ 本物の物差し（テイク単位の粗い注釈）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83480" cy="12344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6634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trial=3, class=車, 象限=右,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t_cpa=00:41(±1s), 横距離=2m(コーン実測),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速度=徐行(目視), LAeq=52.3, 装着=チェスト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38328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3A4658"/>
                </a:solidFill>
                <a:latin typeface="Meiryo"/>
                <a:ea typeface="メイリオ"/>
              </a:rPr>
              <a:t>答え合わせする問い（粗さに合わせる）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・そのクラスを検出できたか／方向の象限は合っているか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・最接近の何秒前に警告が出たか／負例で誤警告は何回/時か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9496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4E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32120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フレーム単位の x,y,z・距離を手入力することはない（人間には不可能・設計上も不要）。注釈は1テイク1行×65行＋時刻合わせで半日の作業量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付録：距離推定の統合 — 出力ヘッドに「距離」を1軸追加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920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4ch FOA音声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（0.1秒フレーム）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2514600" y="192024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1280160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645920"/>
            <a:ext cx="24688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PSELDNets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D9DAD2"/>
                </a:solidFill>
                <a:latin typeface="Meiryo"/>
                <a:ea typeface="メイリオ"/>
              </a:rPr>
              <a:t>（事前学習済み・FT）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5486400" y="192024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051560"/>
            <a:ext cx="57607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出力（クラスごと・同時最大3トラック）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463040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6367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3296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472184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29967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16367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3296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3296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1984248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039112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2596896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16367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16367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83296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32520" y="2551176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32520" y="2606040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1371600"/>
            <a:ext cx="21945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x,y,z＝矢印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向き＝方向／長さ＝確度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距離＝メートル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log符号化（近くほど細かく）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① 鳴っている時だけ学習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距離の誤差は音が活動中のフレームだけ採点（活動マスク）。無音区間で距離を当てさせない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89704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4296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② 方向の学習を壊さない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4296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出力と正解の対応付けは従来どおり方向(x,y,z)だけで決定し、距離誤差は後から重み付きで加算。距離学習を切った対照実験で等価性を確認済み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76488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1080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③ 10m頭打ちの教訓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旧版は出力のtanhで距離が±10mに飽和。監査指摘で「距離だけ線形出力＋log符号化」に修正 → 303m先まで出力でき至近は0.21m精度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80760"/>
            <a:ext cx="1118585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通知層はこの（クラス・方向・距離）を読み、1.5m×2フレーム連続→至近警告／≤3.0m→注意／&gt;3.2m→抑制 に振り分ける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付録：音だけでなぜ距離が分かるのか — 4つの手がかり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クラス条件つき音量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音源の音量を法規・実測レンジに固定してあるので「サイレンなのに小さい＝遠い」が成立。種類が分かることが距離の前提＝同時推定型にした理由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大気吸収の音色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高い音ほど空気に吸われる → 遠い音は「こもる」。音量が同じ60dBでも音色が違う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1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動きの幾何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近い音源ほど方位と音量の変化が速い（目の前を通る車は一瞬、遠くの車はゆっくり）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0888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地面反射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37192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直接音と地面反射音の干渉パターンが距離で変わる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54880"/>
            <a:ext cx="11185855" cy="150876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19472"/>
            <a:ext cx="10637215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残る原理的な曖昧さ：同じクラス内の音量幅（車で約7dB ≒ 距離2倍分）→ 至近警告 約7割の一因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9月のablationのうち「大気吸収なし」「地面反射なし」の2本は、手がかり②④の寄与をそれぞれ直接測る実験になっている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付録：同一クラス複数台の問題（前回指摘）→ 解消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12064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車の検出率 vs 同時台数（評価1,800クリップ実測）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476195"/>
            <a:ext cx="914400" cy="2187244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92147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1台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523743"/>
            <a:ext cx="914400" cy="2139696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39" y="2139695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2台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79" y="2452420"/>
            <a:ext cx="914400" cy="2211019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199" y="206837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199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3台以上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663440"/>
            <a:ext cx="4297680" cy="1828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縦軸は90〜100%に拡大表示。台数によらずフラット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188720"/>
            <a:ext cx="57607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325880"/>
            <a:ext cx="53949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原因と対策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原因は学習データに同一クラスの多重シーンが薄かったこと。複数車の同時シーンを追加し、追加の有無だけを変えた対照実験で効果を確定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337560"/>
            <a:ext cx="57607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474720"/>
            <a:ext cx="53949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仕組み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出力がクラスごとに最大3トラック（矢印3本）あり、学習時に出力と正解の対応付けを自動で解くため、同じクラスの車3台まで別々の方向・距離で同時に指せる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4E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60720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残る粒度の課題（正直に）：2台同時のフレームで「1台以上検出」99.9%、「2台として分離」は77.7% ＝ 見逃しは無いが完全分離は今後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